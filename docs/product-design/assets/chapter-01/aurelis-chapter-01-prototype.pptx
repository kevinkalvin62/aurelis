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5a05c06f6a40e5" /><Relationship Type="http://schemas.openxmlformats.org/officeDocument/2006/relationships/extended-properties" Target="/docProps/app.xml" Id="Ra338310760954c75" /><Relationship Type="http://schemas.openxmlformats.org/officeDocument/2006/relationships/officeDocument" Target="/ppt/presentation.xml" Id="R18e605c6762746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98c0513b7a4a78"/>
  </p:sldMasterIdLst>
  <p:notesMasterIdLst>
    <p:notesMasterId xmlns:r="http://schemas.openxmlformats.org/officeDocument/2006/relationships" r:id="Rd8bba7a97da84df2"/>
  </p:notesMasterIdLst>
  <p:sldIdLst>
    <p:sldId xmlns:r="http://schemas.openxmlformats.org/officeDocument/2006/relationships" id="256" r:id="Rff309be5078f4300"/>
    <p:sldId xmlns:r="http://schemas.openxmlformats.org/officeDocument/2006/relationships" id="257" r:id="R661673b6e1f4466c"/>
    <p:sldId xmlns:r="http://schemas.openxmlformats.org/officeDocument/2006/relationships" id="258" r:id="Rcb00b5e4eaf14c4a"/>
    <p:sldId xmlns:r="http://schemas.openxmlformats.org/officeDocument/2006/relationships" id="259" r:id="Redf9cc6c9563434c"/>
    <p:sldId xmlns:r="http://schemas.openxmlformats.org/officeDocument/2006/relationships" id="260" r:id="R5f83e772a73140fa"/>
    <p:sldId xmlns:r="http://schemas.openxmlformats.org/officeDocument/2006/relationships" id="261" r:id="Ra8817396ae554e88"/>
    <p:sldId xmlns:r="http://schemas.openxmlformats.org/officeDocument/2006/relationships" id="262" r:id="R7e66c1e8a69a4299"/>
    <p:sldId xmlns:r="http://schemas.openxmlformats.org/officeDocument/2006/relationships" id="263" r:id="Rb4f4627cea6642c4"/>
    <p:sldId xmlns:r="http://schemas.openxmlformats.org/officeDocument/2006/relationships" id="264" r:id="Rf1c939396252481d"/>
    <p:sldId xmlns:r="http://schemas.openxmlformats.org/officeDocument/2006/relationships" id="265" r:id="R78a3a34efc0a48f4"/>
    <p:sldId xmlns:r="http://schemas.openxmlformats.org/officeDocument/2006/relationships" id="266" r:id="R1074b35b4e794e69"/>
    <p:sldId xmlns:r="http://schemas.openxmlformats.org/officeDocument/2006/relationships" id="267" r:id="Re4d7d8762e9f4e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27877111c24972" /><Relationship Type="http://schemas.openxmlformats.org/officeDocument/2006/relationships/slideMaster" Target="/ppt/slideMasters/slideMaster1.xml" Id="R5d98c0513b7a4a78" /><Relationship Type="http://schemas.openxmlformats.org/officeDocument/2006/relationships/notesMaster" Target="/ppt/notesMasters/notesMaster1.xml" Id="Rd8bba7a97da84df2" /><Relationship Type="http://schemas.openxmlformats.org/officeDocument/2006/relationships/presProps" Target="/ppt/presProps.xml" Id="R0b83ffb17dde451b" /><Relationship Type="http://schemas.openxmlformats.org/officeDocument/2006/relationships/tableStyles" Target="/ppt/tableStyles.xml" Id="R36aa9758e3e84fec" /><Relationship Type="http://schemas.openxmlformats.org/officeDocument/2006/relationships/slide" Target="/ppt/slides/slide1.xml" Id="Rff309be5078f4300" /><Relationship Type="http://schemas.openxmlformats.org/officeDocument/2006/relationships/slide" Target="/ppt/slides/slide2.xml" Id="R661673b6e1f4466c" /><Relationship Type="http://schemas.openxmlformats.org/officeDocument/2006/relationships/slide" Target="/ppt/slides/slide3.xml" Id="Rcb00b5e4eaf14c4a" /><Relationship Type="http://schemas.openxmlformats.org/officeDocument/2006/relationships/slide" Target="/ppt/slides/slide4.xml" Id="Redf9cc6c9563434c" /><Relationship Type="http://schemas.openxmlformats.org/officeDocument/2006/relationships/slide" Target="/ppt/slides/slide5.xml" Id="R5f83e772a73140fa" /><Relationship Type="http://schemas.openxmlformats.org/officeDocument/2006/relationships/slide" Target="/ppt/slides/slide6.xml" Id="Ra8817396ae554e88" /><Relationship Type="http://schemas.openxmlformats.org/officeDocument/2006/relationships/slide" Target="/ppt/slides/slide7.xml" Id="R7e66c1e8a69a4299" /><Relationship Type="http://schemas.openxmlformats.org/officeDocument/2006/relationships/slide" Target="/ppt/slides/slide8.xml" Id="Rb4f4627cea6642c4" /><Relationship Type="http://schemas.openxmlformats.org/officeDocument/2006/relationships/slide" Target="/ppt/slides/slide9.xml" Id="Rf1c939396252481d" /><Relationship Type="http://schemas.openxmlformats.org/officeDocument/2006/relationships/slide" Target="/ppt/slides/slide10.xml" Id="R78a3a34efc0a48f4" /><Relationship Type="http://schemas.openxmlformats.org/officeDocument/2006/relationships/slide" Target="/ppt/slides/slide11.xml" Id="R1074b35b4e794e69" /><Relationship Type="http://schemas.openxmlformats.org/officeDocument/2006/relationships/slide" Target="/ppt/slides/slide12.xml" Id="Re4d7d8762e9f4e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add4d81c374e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e93eb1396f4958" /><Relationship Type="http://schemas.openxmlformats.org/officeDocument/2006/relationships/notesMaster" Target="/ppt/notesMasters/notesMaster1.xml" Id="R464d62445a7448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fba195a2c447bc" /><Relationship Type="http://schemas.openxmlformats.org/officeDocument/2006/relationships/notesMaster" Target="/ppt/notesMasters/notesMaster1.xml" Id="Rdf9b665132734a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379d6abf184fa6" /><Relationship Type="http://schemas.openxmlformats.org/officeDocument/2006/relationships/notesMaster" Target="/ppt/notesMasters/notesMaster1.xml" Id="Reb42f0e6de7d45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dce1aeb9ed491f" /><Relationship Type="http://schemas.openxmlformats.org/officeDocument/2006/relationships/notesMaster" Target="/ppt/notesMasters/notesMaster1.xml" Id="R5a7c3147290542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5d5e44589a42ad" /><Relationship Type="http://schemas.openxmlformats.org/officeDocument/2006/relationships/notesMaster" Target="/ppt/notesMasters/notesMaster1.xml" Id="R412c5d7b609543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d3c4d29095451c" /><Relationship Type="http://schemas.openxmlformats.org/officeDocument/2006/relationships/notesMaster" Target="/ppt/notesMasters/notesMaster1.xml" Id="R2f0789b0ce34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7a1757f3f94b17" /><Relationship Type="http://schemas.openxmlformats.org/officeDocument/2006/relationships/notesMaster" Target="/ppt/notesMasters/notesMaster1.xml" Id="R995f9a8ae46045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67f7ca38c4450f" /><Relationship Type="http://schemas.openxmlformats.org/officeDocument/2006/relationships/notesMaster" Target="/ppt/notesMasters/notesMaster1.xml" Id="R3e0264023cfd4c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e2fd6b683b4b9d" /><Relationship Type="http://schemas.openxmlformats.org/officeDocument/2006/relationships/notesMaster" Target="/ppt/notesMasters/notesMaster1.xml" Id="Rf2848a9ed7c745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e15bc7d68e4995" /><Relationship Type="http://schemas.openxmlformats.org/officeDocument/2006/relationships/notesMaster" Target="/ppt/notesMasters/notesMaster1.xml" Id="R25e77881ad3d4f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b80f7d30e14018" /><Relationship Type="http://schemas.openxmlformats.org/officeDocument/2006/relationships/notesMaster" Target="/ppt/notesMasters/notesMaster1.xml" Id="R0a3ddf7428bb47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307073b40f4157" /><Relationship Type="http://schemas.openxmlformats.org/officeDocument/2006/relationships/notesMaster" Target="/ppt/notesMasters/notesMaster1.xml" Id="R18afe4d8f4aa45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6fec903f04a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11e7f98ca645ae" /><Relationship Type="http://schemas.openxmlformats.org/officeDocument/2006/relationships/slideLayout" Target="/ppt/slideLayouts/slideLayout1.xml" Id="R2a6df139337e42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6df139337e42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102da62964836" /><Relationship Type="http://schemas.openxmlformats.org/officeDocument/2006/relationships/notesSlide" Target="/ppt/notesSlides/notesSlide1.xml" Id="R12a9b6a2f29e4a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5095f85eb43f1" /><Relationship Type="http://schemas.openxmlformats.org/officeDocument/2006/relationships/image" Target="/ppt/media/image.png" Id="Rcacfa7c9582b4580" /><Relationship Type="http://schemas.openxmlformats.org/officeDocument/2006/relationships/notesSlide" Target="/ppt/notesSlides/notesSlide2.xml" Id="R9b8c2f25cbab41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ca5b4bf03475d" /><Relationship Type="http://schemas.openxmlformats.org/officeDocument/2006/relationships/notesSlide" Target="/ppt/notesSlides/notesSlide3.xml" Id="Rcce2de49eb1647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d9125783f4871" /><Relationship Type="http://schemas.openxmlformats.org/officeDocument/2006/relationships/notesSlide" Target="/ppt/notesSlides/notesSlide4.xml" Id="R90198914bf7941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6b1a7836641ce" /><Relationship Type="http://schemas.openxmlformats.org/officeDocument/2006/relationships/notesSlide" Target="/ppt/notesSlides/notesSlide5.xml" Id="Rf2f5d0bbc4414a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d994e48b34870" /><Relationship Type="http://schemas.openxmlformats.org/officeDocument/2006/relationships/image" Target="/ppt/media/image2.png" Id="Rd0f2fa568e3145f4" /><Relationship Type="http://schemas.openxmlformats.org/officeDocument/2006/relationships/notesSlide" Target="/ppt/notesSlides/notesSlide6.xml" Id="R77dd18483af84e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8b93cb1cb4491" /><Relationship Type="http://schemas.openxmlformats.org/officeDocument/2006/relationships/image" Target="/ppt/media/image3.png" Id="R7e12d794f7e24eb6" /><Relationship Type="http://schemas.openxmlformats.org/officeDocument/2006/relationships/notesSlide" Target="/ppt/notesSlides/notesSlide7.xml" Id="R47ca626f37cb42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ec5485bce44f3" /><Relationship Type="http://schemas.openxmlformats.org/officeDocument/2006/relationships/notesSlide" Target="/ppt/notesSlides/notesSlide8.xml" Id="R3f029647de8e40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f592eec2742f3" /><Relationship Type="http://schemas.openxmlformats.org/officeDocument/2006/relationships/notesSlide" Target="/ppt/notesSlides/notesSlide9.xml" Id="R6b96d65ee4694d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3e46a62fe46f5" /><Relationship Type="http://schemas.openxmlformats.org/officeDocument/2006/relationships/image" Target="/ppt/media/image4.png" Id="R3850f3ed533e473f" /><Relationship Type="http://schemas.openxmlformats.org/officeDocument/2006/relationships/notesSlide" Target="/ppt/notesSlides/notesSlide10.xml" Id="Rb34d5f2ef84944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53f25464e46ab" /><Relationship Type="http://schemas.openxmlformats.org/officeDocument/2006/relationships/notesSlide" Target="/ppt/notesSlides/notesSlide11.xml" Id="R6416ac9411e044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7b3bc7425408e" /><Relationship Type="http://schemas.openxmlformats.org/officeDocument/2006/relationships/notesSlide" Target="/ppt/notesSlides/notesSlide12.xml" Id="Rf27034b95ac74f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2AFC076-2FA4-4F25-BA11-6ACFE1BC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B1E2D"/>
                </a:solidFill>
              </a:defRPr>
            </a:pPr>
            <a:r>
              <a:rPr sz="1200" b="1" i="0">
                <a:solidFill>
                  <a:srgbClr val="8B1E2D"/>
                </a:solidFill>
              </a:rPr>
              <a:t>AURELIS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E45D5D1-1FC9-49A5-B1A8-0E2A3903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5F1EE"/>
                </a:solidFill>
              </a:defRPr>
            </a:pPr>
            <a:r>
              <a:rPr sz="4350" b="0" i="0">
                <a:solidFill>
                  <a:srgbClr val="F5F1EE"/>
                </a:solidFill>
              </a:rPr>
              <a:t>Antes del primer acorde…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E7D259E-33EC-42E6-85B3-695B81C4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B0AA"/>
                </a:solidFill>
              </a:defRPr>
            </a:pPr>
            <a:r>
              <a:rPr sz="1350" b="0" i="0">
                <a:solidFill>
                  <a:srgbClr val="B8B0AA"/>
                </a:solidFill>
              </a:rPr>
              <a:t>Chapter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FB48A-80BB-498D-A63D-B529F8CD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96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fa7c9582b45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hapter-mark">
            <a:extLst xmlns:a="http://schemas.openxmlformats.org/drawingml/2006/main">
              <a:ext uri="{FF2B5EF4-FFF2-40B4-BE49-F238E27FC236}">
                <a16:creationId xmlns:a16="http://schemas.microsoft.com/office/drawing/2014/main" id="{A969A77F-023D-4BB6-BCD6-20CA73A6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0AA"/>
                </a:solidFill>
              </a:defRPr>
            </a:pPr>
            <a:r>
              <a:rPr sz="900" b="1" i="0">
                <a:solidFill>
                  <a:srgbClr val="B8B0AA"/>
                </a:solidFill>
              </a:rPr>
              <a:t>AURELIS   ·   CHAPTER 01   ·   DESKTOP 01/05</a:t>
            </a:r>
          </a:p>
        </p:txBody>
      </p:sp>
      <p:sp>
        <p:nvSpPr>
          <p:cNvPr id="3" name="thought-120">
            <a:extLst xmlns:a="http://schemas.openxmlformats.org/drawingml/2006/main">
              <a:ext uri="{FF2B5EF4-FFF2-40B4-BE49-F238E27FC236}">
                <a16:creationId xmlns:a16="http://schemas.microsoft.com/office/drawing/2014/main" id="{AD397D6B-42B2-4D09-A6E6-B252C137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30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1EE"/>
                </a:solidFill>
              </a:defRPr>
            </a:pPr>
            <a:r>
              <a:rPr sz="1650" b="0" i="0">
                <a:solidFill>
                  <a:srgbClr val="F5F1EE"/>
                </a:solidFill>
              </a:rPr>
              <a:t>¿Quién tiene la versión buena?</a:t>
            </a:r>
          </a:p>
        </p:txBody>
      </p:sp>
      <p:sp>
        <p:nvSpPr>
          <p:cNvPr id="4" name="thought-122">
            <a:extLst xmlns:a="http://schemas.openxmlformats.org/drawingml/2006/main">
              <a:ext uri="{FF2B5EF4-FFF2-40B4-BE49-F238E27FC236}">
                <a16:creationId xmlns:a16="http://schemas.microsoft.com/office/drawing/2014/main" id="{C81A8B64-64D5-4C6C-87A3-6E16134E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1620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1EE"/>
                </a:solidFill>
              </a:defRPr>
            </a:pPr>
            <a:r>
              <a:rPr sz="1650" b="0" i="0">
                <a:solidFill>
                  <a:srgbClr val="F5F1EE"/>
                </a:solidFill>
              </a:rPr>
              <a:t>¿Cuál sigue?</a:t>
            </a:r>
          </a:p>
        </p:txBody>
      </p:sp>
      <p:sp>
        <p:nvSpPr>
          <p:cNvPr id="5" name="thought-264">
            <a:extLst xmlns:a="http://schemas.openxmlformats.org/drawingml/2006/main">
              <a:ext uri="{FF2B5EF4-FFF2-40B4-BE49-F238E27FC236}">
                <a16:creationId xmlns:a16="http://schemas.microsoft.com/office/drawing/2014/main" id="{E26B9D5F-1571-439C-AB20-3AA961E9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1EE"/>
                </a:solidFill>
              </a:defRPr>
            </a:pPr>
            <a:r>
              <a:rPr sz="1650" b="0" i="0">
                <a:solidFill>
                  <a:srgbClr val="F5F1EE"/>
                </a:solidFill>
              </a:rPr>
              <a:t>¿En qué tono quedó?</a:t>
            </a:r>
          </a:p>
        </p:txBody>
      </p:sp>
      <p:sp>
        <p:nvSpPr>
          <p:cNvPr id="6" name="thought-300">
            <a:extLst xmlns:a="http://schemas.openxmlformats.org/drawingml/2006/main">
              <a:ext uri="{FF2B5EF4-FFF2-40B4-BE49-F238E27FC236}">
                <a16:creationId xmlns:a16="http://schemas.microsoft.com/office/drawing/2014/main" id="{1880DFD2-F4DF-496A-9556-E322B04D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1EE"/>
                </a:solidFill>
              </a:defRPr>
            </a:pPr>
            <a:r>
              <a:rPr sz="1650" b="0" i="0">
                <a:solidFill>
                  <a:srgbClr val="F5F1EE"/>
                </a:solidFill>
              </a:rPr>
              <a:t>Espera…</a:t>
            </a:r>
          </a:p>
        </p:txBody>
      </p:sp>
      <p:sp>
        <p:nvSpPr>
          <p:cNvPr id="7" name="thought-438">
            <a:extLst xmlns:a="http://schemas.openxmlformats.org/drawingml/2006/main">
              <a:ext uri="{FF2B5EF4-FFF2-40B4-BE49-F238E27FC236}">
                <a16:creationId xmlns:a16="http://schemas.microsoft.com/office/drawing/2014/main" id="{E7D8FBE4-2752-4996-BBAD-46D95D6D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1EE"/>
                </a:solidFill>
              </a:defRPr>
            </a:pPr>
            <a:r>
              <a:rPr sz="1650" b="0" i="0">
                <a:solidFill>
                  <a:srgbClr val="F5F1EE"/>
                </a:solidFill>
              </a:rPr>
              <a:t>No era ese archivo…</a:t>
            </a:r>
          </a:p>
        </p:txBody>
      </p:sp>
      <p:sp>
        <p:nvSpPr>
          <p:cNvPr id="8" name="thought-520">
            <a:extLst xmlns:a="http://schemas.openxmlformats.org/drawingml/2006/main">
              <a:ext uri="{FF2B5EF4-FFF2-40B4-BE49-F238E27FC236}">
                <a16:creationId xmlns:a16="http://schemas.microsoft.com/office/drawing/2014/main" id="{2A813E15-E966-473A-BB0A-A4D29E2E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530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1EE"/>
                </a:solidFill>
              </a:defRPr>
            </a:pPr>
            <a:r>
              <a:rPr sz="1650" b="0" i="0">
                <a:solidFill>
                  <a:srgbClr val="F5F1EE"/>
                </a:solidFill>
              </a:rPr>
              <a:t>Denme un minuto…</a:t>
            </a:r>
          </a:p>
        </p:txBody>
      </p:sp>
    </p:spTree>
    <p:extLst>
      <p:ext uri="{BB962C8B-B14F-4D97-AF65-F5344CB8AC3E}">
        <p14:creationId xmlns:p14="http://schemas.microsoft.com/office/powerpoint/2010/main" val="1758772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mark">
            <a:extLst xmlns:a="http://schemas.openxmlformats.org/drawingml/2006/main">
              <a:ext uri="{FF2B5EF4-FFF2-40B4-BE49-F238E27FC236}">
                <a16:creationId xmlns:a16="http://schemas.microsoft.com/office/drawing/2014/main" id="{19EC42CC-14E6-4812-8FD4-3833A140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0AA"/>
                </a:solidFill>
              </a:defRPr>
            </a:pPr>
            <a:r>
              <a:rPr sz="900" b="1" i="0">
                <a:solidFill>
                  <a:srgbClr val="B8B0AA"/>
                </a:solidFill>
              </a:rPr>
              <a:t>AURELIS   ·   CHAPTER 01   ·   DESKTOP 02/05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297AAE0-06AE-4E75-8082-EE3F9740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F5F1EE"/>
                </a:solidFill>
              </a:defRPr>
            </a:pPr>
            <a:r>
              <a:rPr sz="3600" b="0" i="0">
                <a:solidFill>
                  <a:srgbClr val="F5F1EE"/>
                </a:solidFill>
              </a:rPr>
              <a:t>El ensayo todavía no empieza.</a:t>
            </a:r>
          </a:p>
        </p:txBody>
      </p:sp>
    </p:spTree>
    <p:extLst>
      <p:ext uri="{BB962C8B-B14F-4D97-AF65-F5344CB8AC3E}">
        <p14:creationId xmlns:p14="http://schemas.microsoft.com/office/powerpoint/2010/main" val="1307670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mark">
            <a:extLst xmlns:a="http://schemas.openxmlformats.org/drawingml/2006/main">
              <a:ext uri="{FF2B5EF4-FFF2-40B4-BE49-F238E27FC236}">
                <a16:creationId xmlns:a16="http://schemas.microsoft.com/office/drawing/2014/main" id="{80777715-1298-4492-BC0C-9E2B7E58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0AA"/>
                </a:solidFill>
              </a:defRPr>
            </a:pPr>
            <a:r>
              <a:rPr sz="900" b="1" i="0">
                <a:solidFill>
                  <a:srgbClr val="B8B0AA"/>
                </a:solidFill>
              </a:rPr>
              <a:t>AURELIS   ·   CHAPTER 01   ·   DESKTOP 03/05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6967FBB-91A3-44DD-A222-D79A7719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B8B0AA"/>
                </a:solidFill>
              </a:defRPr>
            </a:pPr>
            <a:r>
              <a:rPr sz="3000" b="0" i="0">
                <a:solidFill>
                  <a:srgbClr val="B8B0AA"/>
                </a:solidFill>
              </a:rPr>
              <a:t>El ensayo todavía no empieza.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F66C9D-3E7B-4091-9737-93F9776A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0" i="0">
                <a:solidFill>
                  <a:srgbClr val="F5F1EE"/>
                </a:solidFill>
              </a:defRPr>
            </a:pPr>
            <a:r>
              <a:rPr sz="3750" b="0" i="0">
                <a:solidFill>
                  <a:srgbClr val="F5F1EE"/>
                </a:solidFill>
              </a:rPr>
              <a:t>Pero la música ya dejó de ser lo importante.</a:t>
            </a:r>
          </a:p>
        </p:txBody>
      </p:sp>
    </p:spTree>
    <p:extLst>
      <p:ext uri="{BB962C8B-B14F-4D97-AF65-F5344CB8AC3E}">
        <p14:creationId xmlns:p14="http://schemas.microsoft.com/office/powerpoint/2010/main" val="581417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mark">
            <a:extLst xmlns:a="http://schemas.openxmlformats.org/drawingml/2006/main">
              <a:ext uri="{FF2B5EF4-FFF2-40B4-BE49-F238E27FC236}">
                <a16:creationId xmlns:a16="http://schemas.microsoft.com/office/drawing/2014/main" id="{87386AAA-0658-4832-A135-CF57352A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0AA"/>
                </a:solidFill>
              </a:defRPr>
            </a:pPr>
            <a:r>
              <a:rPr sz="900" b="1" i="0">
                <a:solidFill>
                  <a:srgbClr val="B8B0AA"/>
                </a:solidFill>
              </a:rPr>
              <a:t>AURELIS   ·   CHAPTER 01   ·   DESKTOP 04/05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64F43-6E87-4B80-BCCA-570EF8D3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69A4A01-629A-4D6F-A565-F886F7F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0" i="0">
                <a:solidFill>
                  <a:srgbClr val="F5F1EE"/>
                </a:solidFill>
              </a:defRPr>
            </a:pPr>
            <a:r>
              <a:rPr sz="3450" b="0" i="0">
                <a:solidFill>
                  <a:srgbClr val="F5F1EE"/>
                </a:solidFill>
              </a:rPr>
              <a:t>La música merece volver a ocupar el centro.</a:t>
            </a:r>
          </a:p>
        </p:txBody>
      </p:sp>
    </p:spTree>
    <p:extLst>
      <p:ext uri="{BB962C8B-B14F-4D97-AF65-F5344CB8AC3E}">
        <p14:creationId xmlns:p14="http://schemas.microsoft.com/office/powerpoint/2010/main" val="2035338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mark">
            <a:extLst xmlns:a="http://schemas.openxmlformats.org/drawingml/2006/main">
              <a:ext uri="{FF2B5EF4-FFF2-40B4-BE49-F238E27FC236}">
                <a16:creationId xmlns:a16="http://schemas.microsoft.com/office/drawing/2014/main" id="{89D120BC-F0A3-453B-99AB-BCED4D7C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0AA"/>
                </a:solidFill>
              </a:defRPr>
            </a:pPr>
            <a:r>
              <a:rPr sz="900" b="1" i="0">
                <a:solidFill>
                  <a:srgbClr val="B8B0AA"/>
                </a:solidFill>
              </a:rPr>
              <a:t>AURELIS   ·   CHAPTER 01   ·   DESKTOP 05/05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601C4A1-E3C9-4017-8508-540BED8A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B1E2D"/>
                </a:solidFill>
              </a:defRPr>
            </a:pPr>
            <a:r>
              <a:rPr sz="1125" b="1" i="0">
                <a:solidFill>
                  <a:srgbClr val="8B1E2D"/>
                </a:solidFill>
              </a:rPr>
              <a:t>AURELIS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52AD679-B32F-4961-8E66-11245898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F5F1EE"/>
                </a:solidFill>
              </a:defRPr>
            </a:pPr>
            <a:r>
              <a:rPr sz="3750" b="0" i="0">
                <a:solidFill>
                  <a:srgbClr val="F5F1EE"/>
                </a:solidFill>
              </a:rPr>
              <a:t>Que tu ensayo empiece</a:t>
            </a:r>
          </a:p>
          <a:p xmlns:a="http://schemas.openxmlformats.org/drawingml/2006/main">
            <a:pPr algn="l">
              <a:defRPr sz="3750" b="0" i="0">
                <a:solidFill>
                  <a:srgbClr val="F5F1EE"/>
                </a:solidFill>
              </a:defRPr>
            </a:pPr>
            <a:r>
              <a:rPr sz="3750" b="0" i="0">
                <a:solidFill>
                  <a:srgbClr val="F5F1EE"/>
                </a:solidFill>
              </a:rPr>
              <a:t>haciendo música.</a:t>
            </a:r>
          </a:p>
          <a:p xmlns:a="http://schemas.openxmlformats.org/drawingml/2006/main">
            <a:pPr algn="l">
              <a:defRPr sz="3750" b="0" i="0">
                <a:solidFill>
                  <a:srgbClr val="F5F1EE"/>
                </a:solidFill>
              </a:defRPr>
            </a:pPr>
            <a:r>
              <a:rPr sz="3750" b="0" i="0">
                <a:solidFill>
                  <a:srgbClr val="F5F1EE"/>
                </a:solidFill>
              </a:rPr>
              <a:t>No buscando archivos.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E77052-51F1-4DAA-AA9F-FF87C7ED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542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8B0AA"/>
                </a:solidFill>
              </a:defRPr>
            </a:pPr>
            <a:r>
              <a:rPr sz="1500" b="0" i="0">
                <a:solidFill>
                  <a:srgbClr val="B8B0AA"/>
                </a:solidFill>
              </a:rPr>
              <a:t>Aurelis reúne canciones, programas y materiales para que cada músico llegue preparado antes del primer acorde.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A5C6D-EFD7-4A83-BC62-7189325C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2fa568e3145f4"/>
          <a:stretch xmlns:a="http://schemas.openxmlformats.org/drawingml/2006/main"/>
        </p:blipFill>
        <p:spPr>
          <a:xfrm xmlns:a="http://schemas.openxmlformats.org/drawingml/2006/main">
            <a:off x="8310706" y="685800"/>
            <a:ext cx="2847689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52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mark">
            <a:extLst xmlns:a="http://schemas.openxmlformats.org/drawingml/2006/main">
              <a:ext uri="{FF2B5EF4-FFF2-40B4-BE49-F238E27FC236}">
                <a16:creationId xmlns:a16="http://schemas.microsoft.com/office/drawing/2014/main" id="{013409FF-8FDF-4A85-978E-FCB16A0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0AA"/>
                </a:solidFill>
              </a:defRPr>
            </a:pPr>
            <a:r>
              <a:rPr sz="900" b="1" i="0">
                <a:solidFill>
                  <a:srgbClr val="B8B0AA"/>
                </a:solidFill>
              </a:rPr>
              <a:t>AURELIS   ·   CHAPTER 01   ·   MOBILE 01/04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2d794f7e24eb6"/>
          <a:srcRect xmlns:a="http://schemas.openxmlformats.org/drawingml/2006/main" l="0" t="226" r="0" b="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590550"/>
            <a:ext cx="3543300" cy="626745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9CDAFE-5142-4673-B71F-DF6AB7E7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47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5F1EE"/>
                </a:solidFill>
              </a:defRPr>
            </a:pPr>
            <a:r>
              <a:rPr sz="1425" b="0" i="0">
                <a:solidFill>
                  <a:srgbClr val="F5F1EE"/>
                </a:solidFill>
              </a:rPr>
              <a:t>¿Quién tiene la versión buena?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AB128C-5722-4192-88B9-4FC35345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05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5F1EE"/>
                </a:solidFill>
              </a:defRPr>
            </a:pPr>
            <a:r>
              <a:rPr sz="1425" b="0" i="0">
                <a:solidFill>
                  <a:srgbClr val="F5F1EE"/>
                </a:solidFill>
              </a:rPr>
              <a:t>¿Cuál sigue?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A84F48-B1A0-45DC-90E2-85E8A53D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5F1EE"/>
                </a:solidFill>
              </a:defRPr>
            </a:pPr>
            <a:r>
              <a:rPr sz="1425" b="0" i="0">
                <a:solidFill>
                  <a:srgbClr val="F5F1EE"/>
                </a:solidFill>
              </a:rPr>
              <a:t>¿En qué tono quedó?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118B33-00AC-4D0C-B71C-DB740DA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76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5F1EE"/>
                </a:solidFill>
              </a:defRPr>
            </a:pPr>
            <a:r>
              <a:rPr sz="1425" b="0" i="0">
                <a:solidFill>
                  <a:srgbClr val="F5F1EE"/>
                </a:solidFill>
              </a:rPr>
              <a:t>Espera…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41766B-5974-4DA4-9381-88223958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5F1EE"/>
                </a:solidFill>
              </a:defRPr>
            </a:pPr>
            <a:r>
              <a:rPr sz="1425" b="0" i="0">
                <a:solidFill>
                  <a:srgbClr val="F5F1EE"/>
                </a:solidFill>
              </a:rPr>
              <a:t>No era ese archivo…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979433-A5B9-445B-9638-C811F928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10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5F1EE"/>
                </a:solidFill>
              </a:defRPr>
            </a:pPr>
            <a:r>
              <a:rPr sz="1425" b="0" i="0">
                <a:solidFill>
                  <a:srgbClr val="F5F1EE"/>
                </a:solidFill>
              </a:rPr>
              <a:t>Denme un minuto…</a:t>
            </a:r>
          </a:p>
        </p:txBody>
      </p:sp>
    </p:spTree>
    <p:extLst>
      <p:ext uri="{BB962C8B-B14F-4D97-AF65-F5344CB8AC3E}">
        <p14:creationId xmlns:p14="http://schemas.microsoft.com/office/powerpoint/2010/main" val="89864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mark">
            <a:extLst xmlns:a="http://schemas.openxmlformats.org/drawingml/2006/main">
              <a:ext uri="{FF2B5EF4-FFF2-40B4-BE49-F238E27FC236}">
                <a16:creationId xmlns:a16="http://schemas.microsoft.com/office/drawing/2014/main" id="{05B1C043-6A2B-4C90-B9AA-7C8D88D2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0AA"/>
                </a:solidFill>
              </a:defRPr>
            </a:pPr>
            <a:r>
              <a:rPr sz="900" b="1" i="0">
                <a:solidFill>
                  <a:srgbClr val="B8B0AA"/>
                </a:solidFill>
              </a:rPr>
              <a:t>AURELIS   ·   CHAPTER 01   ·   MOBILE 02/04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4544409-CDA4-4D15-ACAF-4DE3A133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0" i="0">
                <a:solidFill>
                  <a:srgbClr val="F5F1EE"/>
                </a:solidFill>
              </a:defRPr>
            </a:pPr>
            <a:r>
              <a:rPr sz="3300" b="0" i="0">
                <a:solidFill>
                  <a:srgbClr val="F5F1EE"/>
                </a:solidFill>
              </a:rPr>
              <a:t>El ensayo todavía</a:t>
            </a:r>
          </a:p>
          <a:p xmlns:a="http://schemas.openxmlformats.org/drawingml/2006/main">
            <a:pPr algn="ctr">
              <a:defRPr sz="3300" b="0" i="0">
                <a:solidFill>
                  <a:srgbClr val="F5F1EE"/>
                </a:solidFill>
              </a:defRPr>
            </a:pPr>
            <a:r>
              <a:rPr sz="3300" b="0" i="0">
                <a:solidFill>
                  <a:srgbClr val="F5F1EE"/>
                </a:solidFill>
              </a:rPr>
              <a:t>no empieza.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4468CA0-694B-47CF-8F0D-91E07D2F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F5F1EE"/>
                </a:solidFill>
              </a:defRPr>
            </a:pPr>
            <a:r>
              <a:rPr sz="2700" b="0" i="0">
                <a:solidFill>
                  <a:srgbClr val="F5F1EE"/>
                </a:solidFill>
              </a:rPr>
              <a:t>Pero la música ya dejó de ser lo importante.</a:t>
            </a:r>
          </a:p>
        </p:txBody>
      </p:sp>
    </p:spTree>
    <p:extLst>
      <p:ext uri="{BB962C8B-B14F-4D97-AF65-F5344CB8AC3E}">
        <p14:creationId xmlns:p14="http://schemas.microsoft.com/office/powerpoint/2010/main" val="836033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mark">
            <a:extLst xmlns:a="http://schemas.openxmlformats.org/drawingml/2006/main">
              <a:ext uri="{FF2B5EF4-FFF2-40B4-BE49-F238E27FC236}">
                <a16:creationId xmlns:a16="http://schemas.microsoft.com/office/drawing/2014/main" id="{DF9279A4-65B4-43CF-8C07-5A7A6599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0AA"/>
                </a:solidFill>
              </a:defRPr>
            </a:pPr>
            <a:r>
              <a:rPr sz="900" b="1" i="0">
                <a:solidFill>
                  <a:srgbClr val="B8B0AA"/>
                </a:solidFill>
              </a:rPr>
              <a:t>AURELIS   ·   CHAPTER 01   ·   MOBILE 03/04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97CBB-5F6B-4309-8539-959F5C94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EEA7D84-C02E-459C-A389-597984B4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F5F1EE"/>
                </a:solidFill>
              </a:defRPr>
            </a:pPr>
            <a:r>
              <a:rPr sz="3000" b="0" i="0">
                <a:solidFill>
                  <a:srgbClr val="F5F1EE"/>
                </a:solidFill>
              </a:rPr>
              <a:t>La música merece volver a ocupar el centro.</a:t>
            </a:r>
          </a:p>
        </p:txBody>
      </p:sp>
    </p:spTree>
    <p:extLst>
      <p:ext uri="{BB962C8B-B14F-4D97-AF65-F5344CB8AC3E}">
        <p14:creationId xmlns:p14="http://schemas.microsoft.com/office/powerpoint/2010/main" val="616758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mark">
            <a:extLst xmlns:a="http://schemas.openxmlformats.org/drawingml/2006/main">
              <a:ext uri="{FF2B5EF4-FFF2-40B4-BE49-F238E27FC236}">
                <a16:creationId xmlns:a16="http://schemas.microsoft.com/office/drawing/2014/main" id="{0B034401-D446-4DE4-A2DF-D5B55CF6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0AA"/>
                </a:solidFill>
              </a:defRPr>
            </a:pPr>
            <a:r>
              <a:rPr sz="900" b="1" i="0">
                <a:solidFill>
                  <a:srgbClr val="B8B0AA"/>
                </a:solidFill>
              </a:rPr>
              <a:t>AURELIS   ·   CHAPTER 01   ·   MOBILE 04/04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BD3D035-65C7-4741-8700-B6ABC55C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4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1E2D"/>
                </a:solidFill>
              </a:defRPr>
            </a:pPr>
            <a:r>
              <a:rPr sz="1050" b="1" i="0">
                <a:solidFill>
                  <a:srgbClr val="8B1E2D"/>
                </a:solidFill>
              </a:rPr>
              <a:t>AURELIS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1AFB60A-2DD2-479D-AF06-BBBC384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F5F1EE"/>
                </a:solidFill>
              </a:defRPr>
            </a:pPr>
            <a:r>
              <a:rPr sz="3300" b="0" i="0">
                <a:solidFill>
                  <a:srgbClr val="F5F1EE"/>
                </a:solidFill>
              </a:rPr>
              <a:t>Que tu ensayo empiece</a:t>
            </a:r>
          </a:p>
          <a:p xmlns:a="http://schemas.openxmlformats.org/drawingml/2006/main">
            <a:pPr algn="l">
              <a:defRPr sz="3300" b="0" i="0">
                <a:solidFill>
                  <a:srgbClr val="F5F1EE"/>
                </a:solidFill>
              </a:defRPr>
            </a:pPr>
            <a:r>
              <a:rPr sz="3300" b="0" i="0">
                <a:solidFill>
                  <a:srgbClr val="F5F1EE"/>
                </a:solidFill>
              </a:rPr>
              <a:t>haciendo música.</a:t>
            </a:r>
          </a:p>
          <a:p xmlns:a="http://schemas.openxmlformats.org/drawingml/2006/main">
            <a:pPr algn="l">
              <a:defRPr sz="3300" b="0" i="0">
                <a:solidFill>
                  <a:srgbClr val="F5F1EE"/>
                </a:solidFill>
              </a:defRPr>
            </a:pPr>
            <a:r>
              <a:rPr sz="3300" b="0" i="0">
                <a:solidFill>
                  <a:srgbClr val="F5F1EE"/>
                </a:solidFill>
              </a:rPr>
              <a:t>No buscando archivos.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1B2BD4-25F9-4EC7-8761-29007640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9100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B0AA"/>
                </a:solidFill>
              </a:defRPr>
            </a:pPr>
            <a:r>
              <a:rPr sz="1350" b="0" i="0">
                <a:solidFill>
                  <a:srgbClr val="B8B0AA"/>
                </a:solidFill>
              </a:rPr>
              <a:t>Aurelis reúne canciones, programas y materiales para que cada músico llegue preparado antes del primer acorde.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0f3ed533e473f"/>
          <a:stretch xmlns:a="http://schemas.openxmlformats.org/drawingml/2006/main"/>
        </p:blipFill>
        <p:spPr>
          <a:xfrm xmlns:a="http://schemas.openxmlformats.org/drawingml/2006/main">
            <a:off x="7905750" y="719647"/>
            <a:ext cx="2781300" cy="60283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291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DE88AAB-7A34-4E5A-9BC4-687D057B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5F1EE"/>
                </a:solidFill>
              </a:defRPr>
            </a:pPr>
            <a:r>
              <a:rPr sz="3000" b="0" i="0">
                <a:solidFill>
                  <a:srgbClr val="F5F1EE"/>
                </a:solidFill>
              </a:rPr>
              <a:t>El movimiento acompaña. Nunca protagoniza.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9D163B1-A5D3-47CA-9470-A9D9CA56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B1E2D"/>
                </a:solidFill>
              </a:defRPr>
            </a:pPr>
            <a:r>
              <a:rPr sz="1200" b="1" i="0">
                <a:solidFill>
                  <a:srgbClr val="8B1E2D"/>
                </a:solidFill>
              </a:rPr>
              <a:t>01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56A14BC-1C73-49DD-B271-D62C3F62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1EE"/>
                </a:solidFill>
              </a:defRPr>
            </a:pPr>
            <a:r>
              <a:rPr sz="1725" b="1" i="0">
                <a:solidFill>
                  <a:srgbClr val="F5F1EE"/>
                </a:solidFill>
              </a:rPr>
              <a:t>Identificación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547D502-A121-4849-BF5C-F02DA99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8746"/>
                </a:solidFill>
              </a:defRPr>
            </a:pPr>
            <a:r>
              <a:rPr sz="1275" b="0" i="0">
                <a:solidFill>
                  <a:srgbClr val="B88746"/>
                </a:solidFill>
              </a:rPr>
              <a:t>0–3 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E2B41B-EAE3-4FB2-B280-D70466FE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B0AA"/>
                </a:solidFill>
              </a:defRPr>
            </a:pPr>
            <a:r>
              <a:rPr sz="1350" b="0" i="0">
                <a:solidFill>
                  <a:srgbClr val="B8B0AA"/>
                </a:solidFill>
              </a:rPr>
              <a:t>Sala casi inmóvil. Respiración óptica mínima.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B996D5-20D2-4FF1-9B74-D8B89C56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B1E2D"/>
                </a:solidFill>
              </a:defRPr>
            </a:pPr>
            <a:r>
              <a:rPr sz="1200" b="1" i="0">
                <a:solidFill>
                  <a:srgbClr val="8B1E2D"/>
                </a:solidFill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6379ED-E0D0-408E-BD78-77F24998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5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1EE"/>
                </a:solidFill>
              </a:defRPr>
            </a:pPr>
            <a:r>
              <a:rPr sz="1725" b="1" i="0">
                <a:solidFill>
                  <a:srgbClr val="F5F1EE"/>
                </a:solidFill>
              </a:rPr>
              <a:t>Incertidumbre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CF369E-C895-4559-A765-82470F7B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955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8746"/>
                </a:solidFill>
              </a:defRPr>
            </a:pPr>
            <a:r>
              <a:rPr sz="1275" b="0" i="0">
                <a:solidFill>
                  <a:srgbClr val="B88746"/>
                </a:solidFill>
              </a:rPr>
              <a:t>3–7 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FD071A-3DE2-4097-BCAF-F33BBA52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B0AA"/>
                </a:solidFill>
              </a:defRPr>
            </a:pPr>
            <a:r>
              <a:rPr sz="1350" b="0" i="0">
                <a:solidFill>
                  <a:srgbClr val="B8B0AA"/>
                </a:solidFill>
              </a:rPr>
              <a:t>Pensamientos aparecen uno a uno, sin contenedores.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1D52C79-2B93-4A72-89AD-4B917360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B1E2D"/>
                </a:solidFill>
              </a:defRPr>
            </a:pPr>
            <a:r>
              <a:rPr sz="1200" b="1" i="0">
                <a:solidFill>
                  <a:srgbClr val="8B1E2D"/>
                </a:solidFill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97A28D4-97A9-41A5-A10E-7DD8E3E4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1EE"/>
                </a:solidFill>
              </a:defRPr>
            </a:pPr>
            <a:r>
              <a:rPr sz="1725" b="1" i="0">
                <a:solidFill>
                  <a:srgbClr val="F5F1EE"/>
                </a:solidFill>
              </a:rPr>
              <a:t>Silencio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7EB8B07-9627-4D0E-8369-3AF5D133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8746"/>
                </a:solidFill>
              </a:defRPr>
            </a:pPr>
            <a:r>
              <a:rPr sz="1275" b="0" i="0">
                <a:solidFill>
                  <a:srgbClr val="B88746"/>
                </a:solidFill>
              </a:rPr>
              <a:t>7–10 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306EFDE-EB57-4F5F-96E5-13581A9B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B0AA"/>
                </a:solidFill>
              </a:defRPr>
            </a:pPr>
            <a:r>
              <a:rPr sz="1350" b="0" i="0">
                <a:solidFill>
                  <a:srgbClr val="B8B0AA"/>
                </a:solidFill>
              </a:rPr>
              <a:t>Todo desaparece. Dos frases, separadas por una pausa.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06D84D5-EB1A-4F85-A298-5E7C7E46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B1E2D"/>
                </a:solidFill>
              </a:defRPr>
            </a:pPr>
            <a:r>
              <a:rPr sz="1200" b="1" i="0">
                <a:solidFill>
                  <a:srgbClr val="8B1E2D"/>
                </a:solidFill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D45C1B-CE2D-46BB-919B-77F61D94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1EE"/>
                </a:solidFill>
              </a:defRPr>
            </a:pPr>
            <a:r>
              <a:rPr sz="1725" b="1" i="0">
                <a:solidFill>
                  <a:srgbClr val="F5F1EE"/>
                </a:solidFill>
              </a:rPr>
              <a:t>Centro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0141F27-89F3-4DA4-95F3-9ECBD3D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8746"/>
                </a:solidFill>
              </a:defRPr>
            </a:pPr>
            <a:r>
              <a:rPr sz="1275" b="0" i="0">
                <a:solidFill>
                  <a:srgbClr val="B88746"/>
                </a:solidFill>
              </a:rPr>
              <a:t>10–12 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FFD82A1-9F63-4181-83BC-74E1FC6F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481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B0AA"/>
                </a:solidFill>
              </a:defRPr>
            </a:pPr>
            <a:r>
              <a:rPr sz="1350" b="0" i="0">
                <a:solidFill>
                  <a:srgbClr val="B8B0AA"/>
                </a:solidFill>
              </a:rPr>
              <a:t>Una frase corta devuelve la atención a la música.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B5F0C85-9B0A-4CE2-A3D7-173A2E79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B1E2D"/>
                </a:solidFill>
              </a:defRPr>
            </a:pPr>
            <a:r>
              <a:rPr sz="1200" b="1" i="0">
                <a:solidFill>
                  <a:srgbClr val="8B1E2D"/>
                </a:solidFill>
              </a:rPr>
              <a:t>05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466F900-4AC2-4945-A69A-D9C87BF8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244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1EE"/>
                </a:solidFill>
              </a:defRPr>
            </a:pPr>
            <a:r>
              <a:rPr sz="1725" b="1" i="0">
                <a:solidFill>
                  <a:srgbClr val="F5F1EE"/>
                </a:solidFill>
              </a:rPr>
              <a:t>Aurelis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67D553C-515F-44DD-BEBD-BB706F06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8746"/>
                </a:solidFill>
              </a:defRPr>
            </a:pPr>
            <a:r>
              <a:rPr sz="1275" b="0" i="0">
                <a:solidFill>
                  <a:srgbClr val="B88746"/>
                </a:solidFill>
              </a:rPr>
              <a:t>12–16 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2A490CD-4347-49ED-8878-3D626B14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244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B0AA"/>
                </a:solidFill>
              </a:defRPr>
            </a:pPr>
            <a:r>
              <a:rPr sz="1350" b="0" i="0">
                <a:solidFill>
                  <a:srgbClr val="B8B0AA"/>
                </a:solidFill>
              </a:rPr>
              <a:t>Marca y Home real entran lentamente, sin explosión.</a:t>
            </a:r>
          </a:p>
        </p:txBody>
      </p:sp>
    </p:spTree>
    <p:extLst>
      <p:ext uri="{BB962C8B-B14F-4D97-AF65-F5344CB8AC3E}">
        <p14:creationId xmlns:p14="http://schemas.microsoft.com/office/powerpoint/2010/main" val="19691641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D31588D-6325-4BAE-B878-2ACC18BA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F5F1EE"/>
                </a:solidFill>
              </a:defRPr>
            </a:pPr>
            <a:r>
              <a:rPr sz="3150" b="0" i="0">
                <a:solidFill>
                  <a:srgbClr val="F5F1EE"/>
                </a:solidFill>
              </a:rPr>
              <a:t>La historia está lista para validarse con músicos.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855CF8-D806-4210-8024-571D7B00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B1E2D"/>
                </a:solidFill>
              </a:defRPr>
            </a:pPr>
            <a:r>
              <a:rPr sz="1650" b="1" i="0">
                <a:solidFill>
                  <a:srgbClr val="8B1E2D"/>
                </a:solidFill>
              </a:rPr>
              <a:t>Decisiones que protegen la intención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10C4D5F-4AFC-41E2-AF0E-618952E1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8B0AA"/>
                </a:solidFill>
              </a:defRPr>
            </a:pPr>
            <a:r>
              <a:rPr sz="1500" b="0" i="0">
                <a:solidFill>
                  <a:srgbClr val="B8B0AA"/>
                </a:solidFill>
              </a:rPr>
              <a:t>01   La fotografía muestra espera real, no modelos ni performance.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75758C4-ABA5-4258-8EA8-86418EA9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8B0AA"/>
                </a:solidFill>
              </a:defRPr>
            </a:pPr>
            <a:r>
              <a:rPr sz="1500" b="0" i="0">
                <a:solidFill>
                  <a:srgbClr val="B8B0AA"/>
                </a:solidFill>
              </a:rPr>
              <a:t>02   Los pensamientos son texto libre: nunca chat, badge o notificación.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27A1C3-F044-4BE2-9254-1784C02D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8B0AA"/>
                </a:solidFill>
              </a:defRPr>
            </a:pPr>
            <a:r>
              <a:rPr sz="1500" b="0" i="0">
                <a:solidFill>
                  <a:srgbClr val="B8B0AA"/>
                </a:solidFill>
              </a:rPr>
              <a:t>03   El silencio ocupa espacio y tiempo; no se comprime en móvil.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9F20F8-FF3C-4D5F-9B17-BDF4ACA1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1EE"/>
                </a:solidFill>
              </a:defRPr>
            </a:pPr>
            <a:r>
              <a:rPr sz="1500" b="0" i="0">
                <a:solidFill>
                  <a:srgbClr val="F5F1EE"/>
                </a:solidFill>
              </a:rPr>
              <a:t>04   Aurelis aparece después de la empatía y usa el Home real.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18C3EB-BDE9-4143-96AB-5AE898D6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8B0AA"/>
                </a:solidFill>
              </a:defRPr>
            </a:pPr>
            <a:r>
              <a:rPr sz="1500" b="0" i="0">
                <a:solidFill>
                  <a:srgbClr val="B8B0AA"/>
                </a:solidFill>
              </a:rPr>
              <a:t>05   Desktop y móvil comparten emoción, no geometría.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70F78-7FA3-483E-9609-AEB66925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6F5DD21-43BF-49B5-AA07-BA775C7D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14975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5F1EE"/>
                </a:solidFill>
              </a:defRPr>
            </a:pPr>
            <a:r>
              <a:rPr sz="1425" b="0" i="0">
                <a:solidFill>
                  <a:srgbClr val="F5F1EE"/>
                </a:solidFill>
              </a:rPr>
              <a:t>Siguiente validación: ¿un músico piensa “eso me ha pasado” antes de ver Aurelis?</a:t>
            </a:r>
          </a:p>
        </p:txBody>
      </p:sp>
    </p:spTree>
    <p:extLst>
      <p:ext uri="{BB962C8B-B14F-4D97-AF65-F5344CB8AC3E}">
        <p14:creationId xmlns:p14="http://schemas.microsoft.com/office/powerpoint/2010/main" val="1165419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2026-07-05T20:56:17.8130000Z</dcterms:created>
  <dcterms:modified xsi:type="dcterms:W3CDTF">2026-07-05T20:56:17.8130000Z</dcterms:modified>
</coreProperties>
</file>